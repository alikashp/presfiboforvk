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6" r:id="rId7"/>
    <p:sldId id="263" r:id="rId8"/>
    <p:sldId id="264" r:id="rId9"/>
    <p:sldId id="25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725"/>
    <a:srgbClr val="1E293B"/>
    <a:srgbClr val="E7C187"/>
    <a:srgbClr val="FAFAFC"/>
    <a:srgbClr val="010B40"/>
    <a:srgbClr val="EFF6FE"/>
    <a:srgbClr val="001B46"/>
    <a:srgbClr val="F7F8FA"/>
    <a:srgbClr val="ECE0D2"/>
    <a:srgbClr val="7028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5" autoAdjust="0"/>
  </p:normalViewPr>
  <p:slideViewPr>
    <p:cSldViewPr snapToGrid="0" showGuides="1">
      <p:cViewPr varScale="1">
        <p:scale>
          <a:sx n="73" d="100"/>
          <a:sy n="73" d="100"/>
        </p:scale>
        <p:origin x="96" y="20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A-4DFC-B9AD-D335C5F2D2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A-4DFC-B9AD-D335C5F2D2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A-4DFC-B9AD-D335C5F2D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30A574-FC4C-4CB4-BE2D-40D888162A0F}"/>
              </a:ext>
            </a:extLst>
          </p:cNvPr>
          <p:cNvSpPr/>
          <p:nvPr userDrawn="1"/>
        </p:nvSpPr>
        <p:spPr>
          <a:xfrm>
            <a:off x="0" y="0"/>
            <a:ext cx="7441324" cy="2911366"/>
          </a:xfrm>
          <a:prstGeom prst="rect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005" y="136525"/>
            <a:ext cx="7097112" cy="1252437"/>
          </a:xfrm>
          <a:noFill/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83" y="1507548"/>
            <a:ext cx="7097112" cy="1252437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70" y="1660634"/>
            <a:ext cx="11309130" cy="40254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36F050F-A9E2-466C-8D7A-CF6DC131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25" y="253131"/>
            <a:ext cx="10237075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1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9516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53213" y="179971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353212" y="248979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1860325" y="189787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338423" y="337498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338422" y="406507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1860325" y="3473152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330063" y="4890096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330062" y="5580183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1860325" y="504842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794F673-347F-4FE6-ABF2-ABB645D1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25" y="253131"/>
            <a:ext cx="10237075" cy="132556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28.08.2026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22B12552-A449-4614-B373-526F67674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871" y="1578694"/>
            <a:ext cx="5775768" cy="3766961"/>
          </a:xfrm>
        </p:spPr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pic>
        <p:nvPicPr>
          <p:cNvPr id="5" name="Рисунок 4" descr="Статистика">
            <a:extLst>
              <a:ext uri="{FF2B5EF4-FFF2-40B4-BE49-F238E27FC236}">
                <a16:creationId xmlns:a16="http://schemas.microsoft.com/office/drawing/2014/main" id="{F3E1811F-9EB3-488D-AD2F-1DC58D540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07246" y="1588453"/>
            <a:ext cx="3100086" cy="3100086"/>
          </a:xfrm>
          <a:prstGeom prst="rect">
            <a:avLst/>
          </a:prstGeom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FEAC2A82-34D1-4DEE-99A3-0CCF2541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780949E-162D-4A75-9543-38190E25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F2A07F-0093-4C4E-AC15-13507FA96E3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:a16="http://schemas.microsoft.com/office/drawing/2014/main" id="{BC35C79A-4B30-4D1A-9B8C-470B5671E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1585731" y="1929886"/>
            <a:ext cx="927064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500" dirty="0"/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97357-F7BF-4663-8BD4-F1427951DCF4}"/>
              </a:ext>
            </a:extLst>
          </p:cNvPr>
          <p:cNvSpPr txBox="1"/>
          <p:nvPr/>
        </p:nvSpPr>
        <p:spPr>
          <a:xfrm>
            <a:off x="1585731" y="3875062"/>
            <a:ext cx="79563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Lorem ipsum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, sed do </a:t>
            </a:r>
            <a:r>
              <a:rPr lang="en-US" sz="2000" dirty="0" err="1"/>
              <a:t>eiusmod</a:t>
            </a:r>
            <a:r>
              <a:rPr lang="en-US" sz="2000" dirty="0"/>
              <a:t> </a:t>
            </a:r>
            <a:r>
              <a:rPr lang="en-US" sz="2000" dirty="0" err="1"/>
              <a:t>tempor</a:t>
            </a:r>
            <a:r>
              <a:rPr lang="en-US" sz="2000" dirty="0"/>
              <a:t> </a:t>
            </a:r>
            <a:r>
              <a:rPr lang="en-US" sz="2000" dirty="0" err="1"/>
              <a:t>incididunt</a:t>
            </a:r>
            <a:r>
              <a:rPr lang="en-US" sz="2000" dirty="0"/>
              <a:t> </a:t>
            </a:r>
            <a:r>
              <a:rPr lang="en-US" sz="2000" dirty="0" err="1"/>
              <a:t>ut</a:t>
            </a:r>
            <a:r>
              <a:rPr lang="en-US" sz="2000" dirty="0"/>
              <a:t> </a:t>
            </a:r>
            <a:r>
              <a:rPr lang="en-US" sz="2000" dirty="0" err="1"/>
              <a:t>labore</a:t>
            </a:r>
            <a:r>
              <a:rPr lang="en-US" sz="2000" dirty="0"/>
              <a:t> et dolore magna </a:t>
            </a:r>
            <a:r>
              <a:rPr lang="en-US" sz="2000" dirty="0" err="1"/>
              <a:t>aliqua</a:t>
            </a:r>
            <a:r>
              <a:rPr lang="en-US" sz="2000" dirty="0"/>
              <a:t>. 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0EB8C734-2069-4122-9983-B260AB20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1666956" y="2482612"/>
            <a:ext cx="2601905" cy="27662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2611836" y="214131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2621362" y="214872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4795047" y="2485927"/>
            <a:ext cx="2601905" cy="27662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4890092" y="2924078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5739927" y="214462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5733280" y="212690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7923138" y="2482612"/>
            <a:ext cx="2601905" cy="276621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868018" y="2141311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877543" y="2138068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8074864" y="2920762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1782166" y="2929601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78E1E919-3751-4733-A28B-33CAF0AD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F56C6B81-143D-428D-A43B-0660FD58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8250104"/>
              </p:ext>
            </p:extLst>
          </p:nvPr>
        </p:nvGraphicFramePr>
        <p:xfrm>
          <a:off x="1865412" y="1985657"/>
          <a:ext cx="8461176" cy="34986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15294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115294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115294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115294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1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2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3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4</a:t>
                      </a: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01.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Вставьте текст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02.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03.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04.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05.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9806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06.</a:t>
                      </a: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 marL="165064" marR="165064"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526FD84-E321-488C-87C2-501C3B11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5">
            <a:extLst>
              <a:ext uri="{FF2B5EF4-FFF2-40B4-BE49-F238E27FC236}">
                <a16:creationId xmlns:a16="http://schemas.microsoft.com/office/drawing/2014/main" id="{94441A4A-205D-46AF-A7A0-DDD461BB3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3444202"/>
              </p:ext>
            </p:extLst>
          </p:nvPr>
        </p:nvGraphicFramePr>
        <p:xfrm>
          <a:off x="1588293" y="1683797"/>
          <a:ext cx="9015413" cy="440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58FC2A3C-96A5-4834-9DD4-7AA0F0C4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18396"/>
            <a:ext cx="4114800" cy="365125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B767325-7066-449D-9156-DFE5CE3B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9EC2-80C4-48A1-8149-429CEE5B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31" y="2729706"/>
            <a:ext cx="11519338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115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448</Words>
  <Application>Microsoft Office PowerPoint</Application>
  <PresentationFormat>Широкоэкранный</PresentationFormat>
  <Paragraphs>68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Ответственные и зелёные инвестиции - шаблон презентации с сайта presentation-creation.ru</dc:title>
  <dc:creator>User Obstinate</dc:creator>
  <cp:lastModifiedBy>User Obstinate</cp:lastModifiedBy>
  <cp:revision>97</cp:revision>
  <dcterms:created xsi:type="dcterms:W3CDTF">2025-04-04T15:20:50Z</dcterms:created>
  <dcterms:modified xsi:type="dcterms:W3CDTF">2026-08-28T10:35:07Z</dcterms:modified>
</cp:coreProperties>
</file>